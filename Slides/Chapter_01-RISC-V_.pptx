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6D5AC4-4842-4A14-B704-2D4046BED5FA}">
  <a:tblStyle styleId="{106D5AC4-4842-4A14-B704-2D4046BED5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{106D5AC4-4842-4A14-B704-2D4046BED5FA}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{106D5AC4-4842-4A14-B704-2D4046BED5FA}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